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Latency by stage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STT</c:v>
                  </c:pt>
                  <c:pt idx="1">
                    <c:v>Match</c:v>
                  </c:pt>
                  <c:pt idx="2">
                    <c:v>Render</c:v>
                  </c:pt>
                  <c:pt idx="3">
                    <c:v>Sync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1</c:v>
                </c:pt>
                <c:pt idx="2">
                  <c:v>16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Build effort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Effort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295C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Parsing</c:v>
                </c:pt>
                <c:pt idx="1">
                  <c:v>Matching</c:v>
                </c:pt>
                <c:pt idx="2">
                  <c:v>Overlay UI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 highlights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0.7</c:v>
                  </c:pt>
                  <c:pt idx="4">
                    <c:v>0.9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78</c:v>
                </c:pt>
                <c:pt idx="2">
                  <c:v>88</c:v>
                </c:pt>
                <c:pt idx="3">
                  <c:v>91</c:v>
                </c:pt>
                <c:pt idx="4">
                  <c:v>84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False pointing</c:v>
                </c:pt>
              </c:strCache>
            </c:strRef>
          </c:tx>
          <c:spPr>
            <a:solidFill>
              <a:srgbClr val="F96167"/>
            </a:solidFill>
            <a:ln w="3810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0.7</c:v>
                  </c:pt>
                  <c:pt idx="4">
                    <c:v>0.9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</c:v>
                </c:pt>
                <c:pt idx="1">
                  <c:v>22</c:v>
                </c:pt>
                <c:pt idx="2">
                  <c:v>11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4748B"/>
                    </a:solidFill>
                    <a:latin typeface="Arial"/>
                  </a:rPr>
                  <a:t>Confidence threshold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Smart Pointer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speech-driven highlighter for live presentations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Test fixture — contains text, bullets, table, charts, diagram, image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949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Parse the deck offline and index every pointable element</a:t>
            </a:r>
            <a:endParaRPr lang="en-US" sz="16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</a:rPr>
              <a:t>Extract text, position, and trigger phrases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Listen with streaming speech-to-text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Match spoken words to the nearest indexed element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Highlight it — no laser pointer needed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0" y="1463040"/>
            <a:ext cx="3291840" cy="182880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0" y="1645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5A82"/>
                </a:solidFill>
              </a:rPr>
              <a:t>&lt; 1 ms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match latency at speak-time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Stages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Parse &amp; index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Offline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Slow (once)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Speech to text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Live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Streaming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Match &amp; rank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Live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Sub-millisecond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Highlight overlay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Live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One frame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Time Goes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492240" y="128016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vs. Confidence Threshold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10972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3774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Microphone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88920" y="301752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83280" y="23774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23774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STT Engine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23560" y="301752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217920" y="23774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23774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58200" y="301752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52560" y="23774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52560" y="23774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Overlay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Audio flows left to right; only the Matcher reads the precomputed slide index.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Image Element</a:t>
            </a:r>
            <a:endParaRPr lang="en-US" sz="3600" dirty="0"/>
          </a:p>
        </p:txBody>
      </p:sp>
      <p:pic>
        <p:nvPicPr>
          <p:cNvPr id="3" name="Image 0" descr="/home/claude/sample_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4864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25603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Figure 1. A placeholder photo region the vision model must locate and label.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Pointer Test Deck</dc:title>
  <dc:subject>PptxGenJS Presentation</dc:subject>
  <dc:creator>STT Pointer Test</dc:creator>
  <cp:lastModifiedBy>STT Pointer Test</cp:lastModifiedBy>
  <cp:revision>1</cp:revision>
  <dcterms:created xsi:type="dcterms:W3CDTF">2026-05-20T07:16:40Z</dcterms:created>
  <dcterms:modified xsi:type="dcterms:W3CDTF">2026-05-20T07:16:40Z</dcterms:modified>
</cp:coreProperties>
</file>